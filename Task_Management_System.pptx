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0d2c0d1f-e7ed-5f19-a8df-e838aadfd93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17320"/>
            <a:ext cx="8229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Organize work, track deadlines and collaborate with your team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Project presentation  |  TaskFlow web application</a:t>
            </a:r>
            <a:endParaRPr lang="en-US" sz="1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Why a task management system?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 are scattered across notes, chats and emails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Deadlines are missed without timely reminders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 cannot see who is doing what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Progress is hard to measure</a:t>
            </a:r>
            <a:endParaRPr lang="en-US" sz="1400" dirty="0"/>
          </a:p>
        </p:txBody>
      </p:sp>
      <p:sp>
        <p:nvSpPr>
          <p:cNvPr id="5" name="Solution panel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9659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place to create tasks, group them into projects, set deadlines, share them with teammates and watch progress grow.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Card Create tasks"/>
          <p:cNvSpPr/>
          <p:nvPr/>
        </p:nvSpPr>
        <p:spPr>
          <a:xfrm>
            <a:off x="5486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20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Create tasks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a title, project, deadline and assignee in seconds.</a:t>
            </a:r>
            <a:endParaRPr lang="en-US" sz="1200" dirty="0"/>
          </a:p>
        </p:txBody>
      </p:sp>
      <p:sp>
        <p:nvSpPr>
          <p:cNvPr id="7" name="Card Projects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463040"/>
            <a:ext cx="3200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Projects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 tasks into projects and filter the board.</a:t>
            </a:r>
            <a:endParaRPr lang="en-US" sz="1200" dirty="0"/>
          </a:p>
        </p:txBody>
      </p:sp>
      <p:sp>
        <p:nvSpPr>
          <p:cNvPr id="11" name="Card Deadlines"/>
          <p:cNvSpPr/>
          <p:nvPr/>
        </p:nvSpPr>
        <p:spPr>
          <a:xfrm>
            <a:off x="6035040" y="12801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320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Deadlines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task carries a due date with overdue and due-soon cues.</a:t>
            </a:r>
            <a:endParaRPr lang="en-US" sz="1200" dirty="0"/>
          </a:p>
        </p:txBody>
      </p:sp>
      <p:sp>
        <p:nvSpPr>
          <p:cNvPr id="15" name="Card Notifications"/>
          <p:cNvSpPr/>
          <p:nvPr/>
        </p:nvSpPr>
        <p:spPr>
          <a:xfrm>
            <a:off x="5486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46120"/>
            <a:ext cx="3200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Notifications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bell lists tasks due within two days or already late.</a:t>
            </a:r>
            <a:endParaRPr lang="en-US" sz="1200" dirty="0"/>
          </a:p>
        </p:txBody>
      </p:sp>
      <p:sp>
        <p:nvSpPr>
          <p:cNvPr id="19" name="Card Progress tracking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46120"/>
            <a:ext cx="320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Progress tracking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live progress bar shows the share of tasks completed.</a:t>
            </a:r>
            <a:endParaRPr lang="en-US" sz="1200" dirty="0"/>
          </a:p>
        </p:txBody>
      </p:sp>
      <p:sp>
        <p:nvSpPr>
          <p:cNvPr id="23" name="Card Drag and drop"/>
          <p:cNvSpPr/>
          <p:nvPr/>
        </p:nvSpPr>
        <p:spPr>
          <a:xfrm>
            <a:off x="6035040" y="306324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246120"/>
            <a:ext cx="3200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Drag and drop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Move cards across To do, In progress and Done.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Layer header Presentation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5" name="Layer body Presentation"/>
          <p:cNvSpPr/>
          <p:nvPr/>
        </p:nvSpPr>
        <p:spPr>
          <a:xfrm>
            <a:off x="548640" y="1874520"/>
            <a:ext cx="23774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Login page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Kanban 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Notification bell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30175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Layer header Application logic"/>
          <p:cNvSpPr/>
          <p:nvPr/>
        </p:nvSpPr>
        <p:spPr>
          <a:xfrm>
            <a:off x="3474720" y="1371600"/>
            <a:ext cx="237744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Application logic</a:t>
            </a:r>
            <a:endParaRPr lang="en-US" sz="1500" dirty="0"/>
          </a:p>
        </p:txBody>
      </p:sp>
      <p:sp>
        <p:nvSpPr>
          <p:cNvPr id="10" name="Layer body Application logic"/>
          <p:cNvSpPr/>
          <p:nvPr/>
        </p:nvSpPr>
        <p:spPr>
          <a:xfrm>
            <a:off x="3474720" y="1874520"/>
            <a:ext cx="23774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057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Input validation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Task create, move, complete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Deadline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Progress calculation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30175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Layer header Data"/>
          <p:cNvSpPr/>
          <p:nvPr/>
        </p:nvSpPr>
        <p:spPr>
          <a:xfrm>
            <a:off x="6400800" y="1371600"/>
            <a:ext cx="237744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</a:t>
            </a:r>
            <a:endParaRPr lang="en-US" sz="1500" dirty="0"/>
          </a:p>
        </p:txBody>
      </p:sp>
      <p:sp>
        <p:nvSpPr>
          <p:cNvPr id="15" name="Layer body Data"/>
          <p:cNvSpPr/>
          <p:nvPr/>
        </p:nvSpPr>
        <p:spPr>
          <a:xfrm>
            <a:off x="6400800" y="1874520"/>
            <a:ext cx="237744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057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Browser storage (current)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 API and database (next stage)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a user works with it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107899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 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Validate email and password</a:t>
            </a:r>
            <a:endParaRPr lang="en-US" sz="1200" dirty="0"/>
          </a:p>
        </p:txBody>
      </p:sp>
      <p:sp>
        <p:nvSpPr>
          <p:cNvPr id="8" name="Step 2"/>
          <p:cNvSpPr/>
          <p:nvPr/>
        </p:nvSpPr>
        <p:spPr>
          <a:xfrm>
            <a:off x="2633472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27832" y="1828800"/>
            <a:ext cx="107899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project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Pick a project in the sidebar</a:t>
            </a:r>
            <a:endParaRPr lang="en-US" sz="1200" dirty="0"/>
          </a:p>
        </p:txBody>
      </p:sp>
      <p:sp>
        <p:nvSpPr>
          <p:cNvPr id="13" name="Step 3"/>
          <p:cNvSpPr/>
          <p:nvPr/>
        </p:nvSpPr>
        <p:spPr>
          <a:xfrm>
            <a:off x="4261104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55464" y="1828800"/>
            <a:ext cx="107899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03904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 task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Set deadline and assignee</a:t>
            </a:r>
            <a:endParaRPr lang="en-US" sz="1200" dirty="0"/>
          </a:p>
        </p:txBody>
      </p:sp>
      <p:sp>
        <p:nvSpPr>
          <p:cNvPr id="18" name="Step 4"/>
          <p:cNvSpPr/>
          <p:nvPr/>
        </p:nvSpPr>
        <p:spPr>
          <a:xfrm>
            <a:off x="588873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887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83096" y="1828800"/>
            <a:ext cx="107899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31536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Drag cards, tick tasks as done</a:t>
            </a:r>
            <a:endParaRPr lang="en-US" sz="1200" dirty="0"/>
          </a:p>
        </p:txBody>
      </p:sp>
      <p:sp>
        <p:nvSpPr>
          <p:cNvPr id="23" name="Step 5"/>
          <p:cNvSpPr/>
          <p:nvPr/>
        </p:nvSpPr>
        <p:spPr>
          <a:xfrm>
            <a:off x="751636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163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Check progress and alerts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Benefits and technology</a:t>
            </a:r>
            <a:endParaRPr lang="en-US" sz="2800" dirty="0"/>
          </a:p>
        </p:txBody>
      </p:sp>
      <p:sp>
        <p:nvSpPr>
          <p:cNvPr id="3" name="Card Benefits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20040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Benefits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Nothing falls through the cracks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Clear ownership of every task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Early warning on deadlines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Visible progress motivates the team</a:t>
            </a:r>
            <a:endParaRPr lang="en-US" sz="1200" dirty="0"/>
          </a:p>
        </p:txBody>
      </p:sp>
      <p:sp>
        <p:nvSpPr>
          <p:cNvPr id="7" name="Card Technology used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63040"/>
            <a:ext cx="3200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Technology used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HTML5 for structure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CSS3 for responsive layout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JavaScript for logic and drag and drop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Web Storage for saving tasks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TaskFlow turns scattered to-dos into a clear, shared plan with deadlines and visible progress.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Real user accounts with a server and database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Live team sharing and comments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Email and mobile deadline reminders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Calendar view and reports</a:t>
            </a:r>
            <a:endParaRPr lang="en-US" sz="16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Flow">
  <a:themeElements>
    <a:clrScheme name="TaskFlow">
      <a:dk1>
        <a:srgbClr val="1D2236"/>
      </a:dk1>
      <a:lt1>
        <a:srgbClr val="FFFFFF"/>
      </a:lt1>
      <a:dk2>
        <a:srgbClr val="1C2452"/>
      </a:dk2>
      <a:lt2>
        <a:srgbClr val="F1F3F9"/>
      </a:lt2>
      <a:accent1>
        <a:srgbClr val="2B3575"/>
      </a:accent1>
      <a:accent2>
        <a:srgbClr val="F2A93B"/>
      </a:accent2>
      <a:accent3>
        <a:srgbClr val="2F9E6E"/>
      </a:accent3>
      <a:accent4>
        <a:srgbClr val="C8374A"/>
      </a:accent4>
      <a:accent5>
        <a:srgbClr val="646C88"/>
      </a:accent5>
      <a:accent6>
        <a:srgbClr val="D5D9E8"/>
      </a:accent6>
      <a:hlink>
        <a:srgbClr val="2B3575"/>
      </a:hlink>
      <a:folHlink>
        <a:srgbClr val="646C88"/>
      </a:folHlink>
    </a:clrScheme>
    <a:fontScheme name="TaskFlow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Management System</dc:title>
  <dc:subject>PptxGenJS Presentation</dc:subject>
  <dc:creator>PptxGenJS</dc:creator>
  <cp:lastModifiedBy>PptxGenJS</cp:lastModifiedBy>
  <cp:revision>1</cp:revision>
  <dcterms:created xsi:type="dcterms:W3CDTF">2026-10-06T04:22:34Z</dcterms:created>
  <dcterms:modified xsi:type="dcterms:W3CDTF">2026-10-06T04:22:34Z</dcterms:modified>
</cp:coreProperties>
</file>